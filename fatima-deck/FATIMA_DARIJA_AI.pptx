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غلاف: تقديم FATIMA DARIJA AI للعميل المحتمل.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Cover star"/>
          <p:cNvSpPr/>
          <p:nvPr/>
        </p:nvSpPr>
        <p:spPr>
          <a:xfrm>
            <a:off x="5120640" y="457200"/>
            <a:ext cx="4206240" cy="4206240"/>
          </a:xfrm>
          <a:prstGeom prst="star8">
            <a:avLst/>
          </a:prstGeom>
          <a:solidFill>
            <a:srgbClr val="0B0B0B">
              <a:alpha val="0"/>
            </a:srgbClr>
          </a:solidFill>
          <a:ln w="15875">
            <a:solidFill>
              <a:srgbClr val="C9A24B">
                <a:alpha val="60000"/>
              </a:srgbClr>
            </a:solidFill>
            <a:prstDash val="solid"/>
          </a:ln>
        </p:spPr>
      </p:sp>
      <p:sp>
        <p:nvSpPr>
          <p:cNvPr id="5" name="Cover star inner"/>
          <p:cNvSpPr/>
          <p:nvPr/>
        </p:nvSpPr>
        <p:spPr>
          <a:xfrm>
            <a:off x="5669280" y="1005840"/>
            <a:ext cx="3108960" cy="310896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1783080"/>
            <a:ext cx="1554480" cy="155448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140" y="2171700"/>
            <a:ext cx="777240" cy="777240"/>
          </a:xfrm>
          <a:prstGeom prst="rect">
            <a:avLst/>
          </a:prstGeom>
        </p:spPr>
      </p:pic>
      <p:sp>
        <p:nvSpPr>
          <p:cNvPr id="8" name="Brand"/>
          <p:cNvSpPr txBox="1"/>
          <p:nvPr/>
        </p:nvSpPr>
        <p:spPr>
          <a:xfrm>
            <a:off x="548640" y="8229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300" kern="0" dirty="0">
                <a:solidFill>
                  <a:srgbClr val="FFFFFF"/>
                </a:solidFill>
              </a:rPr>
              <a:t>FATIMA</a:t>
            </a:r>
            <a:endParaRPr lang="en-US" sz="5000" dirty="0"/>
          </a:p>
          <a:p>
            <a:pPr indent="0" marL="0">
              <a:buNone/>
            </a:pPr>
            <a:r>
              <a:rPr lang="en-US" sz="5000" b="1" spc="300" kern="0" dirty="0">
                <a:solidFill>
                  <a:srgbClr val="FFFFFF"/>
                </a:solidFill>
              </a:rPr>
              <a:t>DARIJA AI</a:t>
            </a:r>
            <a:endParaRPr lang="en-US" sz="5000" dirty="0"/>
          </a:p>
        </p:txBody>
      </p:sp>
      <p:sp>
        <p:nvSpPr>
          <p:cNvPr id="9" name="Tagline"/>
          <p:cNvSpPr txBox="1"/>
          <p:nvPr/>
        </p:nvSpPr>
        <p:spPr>
          <a:xfrm>
            <a:off x="548640" y="2514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2600" b="1" dirty="0">
                <a:solidFill>
                  <a:srgbClr val="C9A24B"/>
                </a:solidFill>
              </a:rPr>
              <a:t>صوت AI بالدارجة المغربية</a:t>
            </a:r>
            <a:endParaRPr lang="en-US" sz="2600" dirty="0"/>
          </a:p>
        </p:txBody>
      </p:sp>
      <p:sp>
        <p:nvSpPr>
          <p:cNvPr id="10" name="Description"/>
          <p:cNvSpPr txBox="1"/>
          <p:nvPr/>
        </p:nvSpPr>
        <p:spPr>
          <a:xfrm>
            <a:off x="548640" y="3108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خلي الإعلانات والمحتوى ديالك يهضرو بالدارجة بشكل طبيعي واحترافي.</a:t>
            </a:r>
            <a:endParaRPr lang="en-US" sz="1600" dirty="0"/>
          </a:p>
        </p:txBody>
      </p:sp>
      <p:sp>
        <p:nvSpPr>
          <p:cNvPr id="11" name="Audience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B8B2A3"/>
                </a:solidFill>
              </a:rPr>
              <a:t>للشركات • البراندات • صناع المحتوى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شنو هي FATIMA DARIJA AI؟</a:t>
            </a:r>
            <a:endParaRPr lang="en-US" sz="3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</a:rPr>
              <a:t>FATIMA DARIJA AI</a:t>
            </a:r>
            <a:endParaRPr lang="en-US" sz="1000" dirty="0"/>
          </a:p>
        </p:txBody>
      </p:sp>
      <p:sp>
        <p:nvSpPr>
          <p:cNvPr id="6" name="Headline"/>
          <p:cNvSpPr txBox="1"/>
          <p:nvPr/>
        </p:nvSpPr>
        <p:spPr>
          <a:xfrm>
            <a:off x="3566160" y="1280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C9A24B"/>
                </a:solidFill>
              </a:rPr>
              <a:t>صوت ذكاء اصطناعي كيهضر بالدارجة المغربية</a:t>
            </a:r>
            <a:endParaRPr lang="en-US" sz="2200" dirty="0"/>
          </a:p>
        </p:txBody>
      </p:sp>
      <p:sp>
        <p:nvSpPr>
          <p:cNvPr id="7" name="Body"/>
          <p:cNvSpPr txBox="1"/>
          <p:nvPr/>
        </p:nvSpPr>
        <p:spPr>
          <a:xfrm>
            <a:off x="3566160" y="2148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Fatima Darija AI كتعاونك تصايب voice-over بالدارجة المغربية للمحتوى والإعلانات ديالك بطريقة سريعة، سهلة واحترافية.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8B2A3"/>
                </a:solidFill>
              </a:rPr>
              <a:t>مناسبة لـ:</a:t>
            </a:r>
            <a:endParaRPr lang="en-US" sz="1400" dirty="0"/>
          </a:p>
        </p:txBody>
      </p:sp>
      <p:sp>
        <p:nvSpPr>
          <p:cNvPr id="9" name="Chip 1"/>
          <p:cNvSpPr/>
          <p:nvPr/>
        </p:nvSpPr>
        <p:spPr>
          <a:xfrm>
            <a:off x="548640" y="1691640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746504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83794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" y="1691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الإعلانات</a:t>
            </a:r>
            <a:endParaRPr lang="en-US" sz="1400" dirty="0"/>
          </a:p>
        </p:txBody>
      </p:sp>
      <p:sp>
        <p:nvSpPr>
          <p:cNvPr id="13" name="Chip 2"/>
          <p:cNvSpPr/>
          <p:nvPr/>
        </p:nvSpPr>
        <p:spPr>
          <a:xfrm>
            <a:off x="548640" y="2258568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2313432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404872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85800" y="22585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Reels وTikTok</a:t>
            </a:r>
            <a:endParaRPr lang="en-US" sz="1400" dirty="0"/>
          </a:p>
        </p:txBody>
      </p:sp>
      <p:sp>
        <p:nvSpPr>
          <p:cNvPr id="17" name="Chip 3"/>
          <p:cNvSpPr/>
          <p:nvPr/>
        </p:nvSpPr>
        <p:spPr>
          <a:xfrm>
            <a:off x="548640" y="2825496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88920" y="2880360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2971800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5800" y="28254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YouTube</a:t>
            </a:r>
            <a:endParaRPr lang="en-US" sz="1400" dirty="0"/>
          </a:p>
        </p:txBody>
      </p:sp>
      <p:sp>
        <p:nvSpPr>
          <p:cNvPr id="21" name="Chip 4"/>
          <p:cNvSpPr/>
          <p:nvPr/>
        </p:nvSpPr>
        <p:spPr>
          <a:xfrm>
            <a:off x="548640" y="3392424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788920" y="3447288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538728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" y="33924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فيديوهات المنتجات</a:t>
            </a:r>
            <a:endParaRPr lang="en-US" sz="1400" dirty="0"/>
          </a:p>
        </p:txBody>
      </p:sp>
      <p:sp>
        <p:nvSpPr>
          <p:cNvPr id="25" name="Chip 5"/>
          <p:cNvSpPr/>
          <p:nvPr/>
        </p:nvSpPr>
        <p:spPr>
          <a:xfrm>
            <a:off x="548640" y="3959352"/>
            <a:ext cx="265176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88920" y="4014216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4105656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" y="39593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المحتوى التجاري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الاشتراك الشهري</a:t>
            </a:r>
            <a:endParaRPr lang="en-US" sz="3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</a:rPr>
              <a:t>FATIMA DARIJA AI</a:t>
            </a:r>
            <a:endParaRPr lang="en-US" sz="1000" dirty="0"/>
          </a:p>
        </p:txBody>
      </p:sp>
      <p:sp>
        <p:nvSpPr>
          <p:cNvPr id="6" name="Price card"/>
          <p:cNvSpPr/>
          <p:nvPr/>
        </p:nvSpPr>
        <p:spPr>
          <a:xfrm>
            <a:off x="548640" y="1371600"/>
            <a:ext cx="4206240" cy="2926080"/>
          </a:xfrm>
          <a:prstGeom prst="roundRect">
            <a:avLst>
              <a:gd name="adj" fmla="val 4688"/>
            </a:avLst>
          </a:prstGeom>
          <a:solidFill>
            <a:srgbClr val="171512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7" name="Price"/>
          <p:cNvSpPr txBox="1"/>
          <p:nvPr/>
        </p:nvSpPr>
        <p:spPr>
          <a:xfrm>
            <a:off x="548640" y="15544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9A24B"/>
                </a:solidFill>
              </a:rPr>
              <a:t>59€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/ الشهر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B8B2A3"/>
                </a:solidFill>
              </a:rPr>
              <a:t>كتخلص شهر بشهر.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45920"/>
            <a:ext cx="365760" cy="365760"/>
          </a:xfrm>
          <a:prstGeom prst="rect">
            <a:avLst/>
          </a:prstGeom>
        </p:spPr>
      </p:pic>
      <p:sp>
        <p:nvSpPr>
          <p:cNvPr id="11" name="Benefit 1"/>
          <p:cNvSpPr txBox="1"/>
          <p:nvPr/>
        </p:nvSpPr>
        <p:spPr>
          <a:xfrm>
            <a:off x="5120640" y="1554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مرونة فالأداء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514600"/>
            <a:ext cx="365760" cy="365760"/>
          </a:xfrm>
          <a:prstGeom prst="rect">
            <a:avLst/>
          </a:prstGeom>
        </p:spPr>
      </p:pic>
      <p:sp>
        <p:nvSpPr>
          <p:cNvPr id="13" name="Benefit 2"/>
          <p:cNvSpPr txBox="1"/>
          <p:nvPr/>
        </p:nvSpPr>
        <p:spPr>
          <a:xfrm>
            <a:off x="512064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بلا التزام سنوي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383280"/>
            <a:ext cx="365760" cy="365760"/>
          </a:xfrm>
          <a:prstGeom prst="rect">
            <a:avLst/>
          </a:prstGeom>
        </p:spPr>
      </p:pic>
      <p:sp>
        <p:nvSpPr>
          <p:cNvPr id="15" name="Benefit 3"/>
          <p:cNvSpPr txBox="1"/>
          <p:nvPr/>
        </p:nvSpPr>
        <p:spPr>
          <a:xfrm>
            <a:off x="512064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مناسب للتجربة والاستعمال حسب الحاجة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12064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</a:rPr>
              <a:t>FATIMA DARIJA AI — 59€/MONTH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العرض السنوي</a:t>
            </a:r>
            <a:endParaRPr lang="en-US" sz="3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</a:rPr>
              <a:t>FATIMA DARIJA AI</a:t>
            </a:r>
            <a:endParaRPr lang="en-US" sz="1000" dirty="0"/>
          </a:p>
        </p:txBody>
      </p:sp>
      <p:sp>
        <p:nvSpPr>
          <p:cNvPr id="6" name="Annual card"/>
          <p:cNvSpPr/>
          <p:nvPr/>
        </p:nvSpPr>
        <p:spPr>
          <a:xfrm>
            <a:off x="548640" y="1325880"/>
            <a:ext cx="4754880" cy="3063240"/>
          </a:xfrm>
          <a:prstGeom prst="roundRect">
            <a:avLst>
              <a:gd name="adj" fmla="val 4478"/>
            </a:avLst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Price"/>
          <p:cNvSpPr txBox="1"/>
          <p:nvPr/>
        </p:nvSpPr>
        <p:spPr>
          <a:xfrm>
            <a:off x="548640" y="14630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B0B0B"/>
                </a:solidFill>
              </a:rPr>
              <a:t>600€</a:t>
            </a:r>
            <a:endParaRPr lang="en-US" sz="1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0B0B0B"/>
                </a:solidFill>
              </a:rPr>
              <a:t>/ السنة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B0B0B"/>
                </a:solidFill>
              </a:rPr>
              <a:t>يعني تقريباً 50€ فالشهر ملي كتقسم الثمن على عام كامل.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B8B2A3"/>
                </a:solidFill>
              </a:rPr>
              <a:t>الثمن الشهري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59€ × 12 = 708€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B8B2A3"/>
                </a:solidFill>
              </a:rPr>
              <a:t>الثمن السنوي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4B"/>
                </a:solidFill>
              </a:rPr>
              <a:t>600€</a:t>
            </a:r>
            <a:endParaRPr lang="en-US" sz="2400" dirty="0"/>
          </a:p>
        </p:txBody>
      </p:sp>
      <p:sp>
        <p:nvSpPr>
          <p:cNvPr id="14" name="Savings badge"/>
          <p:cNvSpPr/>
          <p:nvPr/>
        </p:nvSpPr>
        <p:spPr>
          <a:xfrm>
            <a:off x="5669280" y="324612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171512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5" name="Saving"/>
          <p:cNvSpPr txBox="1"/>
          <p:nvPr/>
        </p:nvSpPr>
        <p:spPr>
          <a:xfrm>
            <a:off x="5669280" y="3291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C77A"/>
                </a:solidFill>
              </a:rPr>
              <a:t>108€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كتوفّر فالسنة  |  économie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علاش تختار Fatima؟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C9A24B"/>
                </a:solidFill>
              </a:rPr>
              <a:t>خلي المحتوى ديالك يهضر بالدارجة</a:t>
            </a:r>
            <a:endParaRPr lang="en-US" sz="2000" dirty="0"/>
          </a:p>
        </p:txBody>
      </p:sp>
      <p:sp>
        <p:nvSpPr>
          <p:cNvPr id="6" name="Footer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</a:rPr>
              <a:t>FATIMA DARIJA AI</a:t>
            </a:r>
            <a:endParaRPr lang="en-US" sz="1000" dirty="0"/>
          </a:p>
        </p:txBody>
      </p:sp>
      <p:sp>
        <p:nvSpPr>
          <p:cNvPr id="7" name="Row 1"/>
          <p:cNvSpPr/>
          <p:nvPr/>
        </p:nvSpPr>
        <p:spPr>
          <a:xfrm>
            <a:off x="2011680" y="1691640"/>
            <a:ext cx="658368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746504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837944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94560" y="16916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صوت بالدارجة المغربية</a:t>
            </a:r>
            <a:endParaRPr lang="en-US" sz="1600" dirty="0"/>
          </a:p>
        </p:txBody>
      </p:sp>
      <p:sp>
        <p:nvSpPr>
          <p:cNvPr id="11" name="Row 2"/>
          <p:cNvSpPr/>
          <p:nvPr/>
        </p:nvSpPr>
        <p:spPr>
          <a:xfrm>
            <a:off x="2011680" y="2258568"/>
            <a:ext cx="658368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65592" y="2313432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40487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94560" y="225856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مناسب للإعلانات والفيديوهات</a:t>
            </a:r>
            <a:endParaRPr lang="en-US" sz="1600" dirty="0"/>
          </a:p>
        </p:txBody>
      </p:sp>
      <p:sp>
        <p:nvSpPr>
          <p:cNvPr id="15" name="Row 3"/>
          <p:cNvSpPr/>
          <p:nvPr/>
        </p:nvSpPr>
        <p:spPr>
          <a:xfrm>
            <a:off x="2011680" y="2825496"/>
            <a:ext cx="658368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65592" y="2880360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97180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194560" y="282549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سريع وسهل فالاستعمال</a:t>
            </a:r>
            <a:endParaRPr lang="en-US" sz="1600" dirty="0"/>
          </a:p>
        </p:txBody>
      </p:sp>
      <p:sp>
        <p:nvSpPr>
          <p:cNvPr id="19" name="Row 4"/>
          <p:cNvSpPr/>
          <p:nvPr/>
        </p:nvSpPr>
        <p:spPr>
          <a:xfrm>
            <a:off x="2011680" y="3392424"/>
            <a:ext cx="658368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65592" y="3447288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3538728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194560" y="339242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إحساس مغربي طبيعي</a:t>
            </a:r>
            <a:endParaRPr lang="en-US" sz="1600" dirty="0"/>
          </a:p>
        </p:txBody>
      </p:sp>
      <p:sp>
        <p:nvSpPr>
          <p:cNvPr id="23" name="Row 5"/>
          <p:cNvSpPr/>
          <p:nvPr/>
        </p:nvSpPr>
        <p:spPr>
          <a:xfrm>
            <a:off x="2011680" y="3959352"/>
            <a:ext cx="6583680" cy="475488"/>
          </a:xfrm>
          <a:prstGeom prst="roundRect">
            <a:avLst>
              <a:gd name="adj" fmla="val 1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65592" y="4014216"/>
            <a:ext cx="365760" cy="3657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41056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194560" y="395935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مناسب للشركات والبراندات وصناع المحتوى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شكون يقدر يستعملها؟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C9A24B"/>
                </a:solidFill>
              </a:rPr>
              <a:t>الخدمة مناسبة ليك إلا كنت:</a:t>
            </a:r>
            <a:endParaRPr lang="en-US" sz="2000" dirty="0"/>
          </a:p>
        </p:txBody>
      </p:sp>
      <p:sp>
        <p:nvSpPr>
          <p:cNvPr id="6" name="Footer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</a:rPr>
              <a:t>FATIMA DARIJA AI</a:t>
            </a:r>
            <a:endParaRPr lang="en-US" sz="1000" dirty="0"/>
          </a:p>
        </p:txBody>
      </p:sp>
      <p:sp>
        <p:nvSpPr>
          <p:cNvPr id="7" name="Card 1"/>
          <p:cNvSpPr/>
          <p:nvPr/>
        </p:nvSpPr>
        <p:spPr>
          <a:xfrm>
            <a:off x="6035040" y="18288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96596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1031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3504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صاحب مشروع</a:t>
            </a:r>
            <a:endParaRPr lang="en-US" sz="1600" dirty="0"/>
          </a:p>
        </p:txBody>
      </p:sp>
      <p:sp>
        <p:nvSpPr>
          <p:cNvPr id="11" name="Card 2"/>
          <p:cNvSpPr/>
          <p:nvPr/>
        </p:nvSpPr>
        <p:spPr>
          <a:xfrm>
            <a:off x="3291840" y="18288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96596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031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صانع محتوى</a:t>
            </a:r>
            <a:endParaRPr lang="en-US" sz="1600" dirty="0"/>
          </a:p>
        </p:txBody>
      </p:sp>
      <p:sp>
        <p:nvSpPr>
          <p:cNvPr id="15" name="Card 3"/>
          <p:cNvSpPr/>
          <p:nvPr/>
        </p:nvSpPr>
        <p:spPr>
          <a:xfrm>
            <a:off x="548640" y="18288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554480" y="196596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1031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كتبيع Online</a:t>
            </a:r>
            <a:endParaRPr lang="en-US" sz="1600" dirty="0"/>
          </a:p>
        </p:txBody>
      </p:sp>
      <p:sp>
        <p:nvSpPr>
          <p:cNvPr id="19" name="Card 4"/>
          <p:cNvSpPr/>
          <p:nvPr/>
        </p:nvSpPr>
        <p:spPr>
          <a:xfrm>
            <a:off x="6035040" y="32004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333756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4747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0350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كتدير إعلانات</a:t>
            </a:r>
            <a:endParaRPr lang="en-US" sz="1600" dirty="0"/>
          </a:p>
        </p:txBody>
      </p:sp>
      <p:sp>
        <p:nvSpPr>
          <p:cNvPr id="23" name="Card 5"/>
          <p:cNvSpPr/>
          <p:nvPr/>
        </p:nvSpPr>
        <p:spPr>
          <a:xfrm>
            <a:off x="3291840" y="32004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97680" y="333756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4747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2918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كتنتج فيديوهات</a:t>
            </a:r>
            <a:endParaRPr lang="en-US" sz="1600" dirty="0"/>
          </a:p>
        </p:txBody>
      </p:sp>
      <p:sp>
        <p:nvSpPr>
          <p:cNvPr id="27" name="Card 6"/>
          <p:cNvSpPr/>
          <p:nvPr/>
        </p:nvSpPr>
        <p:spPr>
          <a:xfrm>
            <a:off x="548640" y="32004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71512"/>
          </a:solidFill>
          <a:ln w="9525">
            <a:solidFill>
              <a:srgbClr val="3A332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554480" y="333756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347472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486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عندك Brand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اختار العرض ديالك</a:t>
            </a:r>
            <a:endParaRPr lang="en-US" sz="38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</a:rPr>
              <a:t>FATIMA DARIJA AI</a:t>
            </a:r>
            <a:endParaRPr lang="en-US" sz="1000" dirty="0"/>
          </a:p>
        </p:txBody>
      </p:sp>
      <p:sp>
        <p:nvSpPr>
          <p:cNvPr id="6" name="Monthly card"/>
          <p:cNvSpPr/>
          <p:nvPr/>
        </p:nvSpPr>
        <p:spPr>
          <a:xfrm>
            <a:off x="4937760" y="1417320"/>
            <a:ext cx="3657600" cy="2926080"/>
          </a:xfrm>
          <a:prstGeom prst="roundRect">
            <a:avLst>
              <a:gd name="adj" fmla="val 4688"/>
            </a:avLst>
          </a:prstGeom>
          <a:solidFill>
            <a:srgbClr val="171512"/>
          </a:solidFill>
          <a:ln w="12700">
            <a:solidFill>
              <a:srgbClr val="3A33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شهري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286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59€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B8B2A3"/>
                </a:solidFill>
              </a:rPr>
              <a:t>/ الشهر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B8B2A3"/>
                </a:solidFill>
              </a:rPr>
              <a:t>أو</a:t>
            </a:r>
            <a:endParaRPr lang="en-US" sz="1800" dirty="0"/>
          </a:p>
        </p:txBody>
      </p:sp>
      <p:sp>
        <p:nvSpPr>
          <p:cNvPr id="11" name="Annual card"/>
          <p:cNvSpPr/>
          <p:nvPr/>
        </p:nvSpPr>
        <p:spPr>
          <a:xfrm>
            <a:off x="548640" y="1188720"/>
            <a:ext cx="3840480" cy="3291840"/>
          </a:xfrm>
          <a:prstGeom prst="roundRect">
            <a:avLst>
              <a:gd name="adj" fmla="val 4167"/>
            </a:avLst>
          </a:prstGeom>
          <a:solidFill>
            <a:srgbClr val="C9A24B"/>
          </a:solidFill>
          <a:ln w="25400">
            <a:solidFill>
              <a:srgbClr val="E6C77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12" name="Recommended badge"/>
          <p:cNvSpPr/>
          <p:nvPr/>
        </p:nvSpPr>
        <p:spPr>
          <a:xfrm>
            <a:off x="1463040" y="9601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B0B0B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</a:rPr>
              <a:t>RECOMMENDED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B0B0B"/>
                </a:solidFill>
              </a:rPr>
              <a:t>سنوي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103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0B0B"/>
                </a:solidFill>
              </a:rPr>
              <a:t>600€</a:t>
            </a:r>
            <a:endParaRPr lang="en-US" sz="7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B0B0B"/>
                </a:solidFill>
              </a:rPr>
              <a:t>/ السنة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B0B0B"/>
                </a:solidFill>
              </a:rPr>
              <a:t>وفر 108€ فالسنة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star"/>
          <p:cNvSpPr/>
          <p:nvPr/>
        </p:nvSpPr>
        <p:spPr>
          <a:xfrm>
            <a:off x="-1005840" y="3108960"/>
            <a:ext cx="2926080" cy="29260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30000"/>
              </a:srgbClr>
            </a:solidFill>
            <a:prstDash val="solid"/>
          </a:ln>
        </p:spPr>
      </p:sp>
      <p:sp>
        <p:nvSpPr>
          <p:cNvPr id="3" name="Motif star inner"/>
          <p:cNvSpPr/>
          <p:nvPr/>
        </p:nvSpPr>
        <p:spPr>
          <a:xfrm>
            <a:off x="-548640" y="3566160"/>
            <a:ext cx="2011680" cy="201168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20000"/>
              </a:srgbClr>
            </a:solidFill>
            <a:prstDash val="solid"/>
          </a:ln>
        </p:spPr>
      </p:sp>
      <p:sp>
        <p:nvSpPr>
          <p:cNvPr id="4" name="CTA star"/>
          <p:cNvSpPr/>
          <p:nvPr/>
        </p:nvSpPr>
        <p:spPr>
          <a:xfrm>
            <a:off x="5486400" y="-365760"/>
            <a:ext cx="4023360" cy="4023360"/>
          </a:xfrm>
          <a:prstGeom prst="star8">
            <a:avLst/>
          </a:prstGeom>
          <a:solidFill>
            <a:srgbClr val="0B0B0B">
              <a:alpha val="0"/>
            </a:srgbClr>
          </a:solidFill>
          <a:ln w="12700">
            <a:solidFill>
              <a:srgbClr val="C9A24B">
                <a:alpha val="45000"/>
              </a:srgbClr>
            </a:solidFill>
            <a:prstDash val="solid"/>
          </a:ln>
        </p:spPr>
      </p:sp>
      <p:sp>
        <p:nvSpPr>
          <p:cNvPr id="5" name="Title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بغيتي صوت بالدارجة للمحتوى ديالك؟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spc="300" kern="0" dirty="0">
                <a:solidFill>
                  <a:srgbClr val="C9A24B"/>
                </a:solidFill>
              </a:rPr>
              <a:t>FATIMA DARIJA AI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صوت مغربي. ذكاء اصطناعي. محتوى احترافي.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6C77A"/>
                </a:solidFill>
              </a:rPr>
              <a:t>تواصل معنا باش تبدا.</a:t>
            </a:r>
            <a:endParaRPr lang="en-US" sz="1600" dirty="0"/>
          </a:p>
        </p:txBody>
      </p:sp>
      <p:sp>
        <p:nvSpPr>
          <p:cNvPr id="9" name="Contact 1"/>
          <p:cNvSpPr/>
          <p:nvPr/>
        </p:nvSpPr>
        <p:spPr>
          <a:xfrm>
            <a:off x="6035040" y="320040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71512"/>
          </a:solidFill>
          <a:ln w="12700">
            <a:solidFill>
              <a:srgbClr val="C9A24B"/>
            </a:solidFill>
            <a:prstDash val="dash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31012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03504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WhatsApp: [placeholder]</a:t>
            </a:r>
            <a:endParaRPr lang="en-US" sz="1400" dirty="0"/>
          </a:p>
        </p:txBody>
      </p:sp>
      <p:sp>
        <p:nvSpPr>
          <p:cNvPr id="12" name="Contact 2"/>
          <p:cNvSpPr/>
          <p:nvPr/>
        </p:nvSpPr>
        <p:spPr>
          <a:xfrm>
            <a:off x="3291840" y="320040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71512"/>
          </a:solidFill>
          <a:ln w="12700">
            <a:solidFill>
              <a:srgbClr val="C9A24B"/>
            </a:solidFill>
            <a:prstDash val="dash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3101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Instagram: [placeholder]</a:t>
            </a:r>
            <a:endParaRPr lang="en-US" sz="1400" dirty="0"/>
          </a:p>
        </p:txBody>
      </p:sp>
      <p:sp>
        <p:nvSpPr>
          <p:cNvPr id="15" name="Contact 3"/>
          <p:cNvSpPr/>
          <p:nvPr/>
        </p:nvSpPr>
        <p:spPr>
          <a:xfrm>
            <a:off x="548640" y="320040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71512"/>
          </a:solidFill>
          <a:ln w="12700">
            <a:solidFill>
              <a:srgbClr val="C9A24B"/>
            </a:solidFill>
            <a:prstDash val="dash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3101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864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Email: [placeholder]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24B"/>
                </a:solidFill>
              </a:rPr>
              <a:t>FATIMA DARIJA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tima Gold">
  <a:themeElements>
    <a:clrScheme name="Fatima Gold">
      <a:dk1>
        <a:srgbClr val="0B0B0B"/>
      </a:dk1>
      <a:lt1>
        <a:srgbClr val="FFFFFF"/>
      </a:lt1>
      <a:dk2>
        <a:srgbClr val="171512"/>
      </a:dk2>
      <a:lt2>
        <a:srgbClr val="F4EFE3"/>
      </a:lt2>
      <a:accent1>
        <a:srgbClr val="C9A24B"/>
      </a:accent1>
      <a:accent2>
        <a:srgbClr val="E6C77A"/>
      </a:accent2>
      <a:accent3>
        <a:srgbClr val="B8B2A3"/>
      </a:accent3>
      <a:accent4>
        <a:srgbClr val="8A6D2B"/>
      </a:accent4>
      <a:accent5>
        <a:srgbClr val="3A3326"/>
      </a:accent5>
      <a:accent6>
        <a:srgbClr val="D6412A"/>
      </a:accent6>
      <a:hlink>
        <a:srgbClr val="C9A24B"/>
      </a:hlink>
      <a:folHlink>
        <a:srgbClr val="B8B2A3"/>
      </a:folHlink>
    </a:clrScheme>
    <a:fontScheme name="Fatima Go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FATIMA DARIJA AI</dc:title>
  <dc:subject>PptxGenJS Presentation</dc:subject>
  <dc:creator>FATIMA DARIJA AI</dc:creator>
  <cp:lastModifiedBy>FATIMA DARIJA AI</cp:lastModifiedBy>
  <cp:revision>1</cp:revision>
  <dcterms:created xsi:type="dcterms:W3CDTF">2026-10-03T23:15:25Z</dcterms:created>
  <dcterms:modified xsi:type="dcterms:W3CDTF">2026-10-03T23:15:25Z</dcterms:modified>
</cp:coreProperties>
</file>